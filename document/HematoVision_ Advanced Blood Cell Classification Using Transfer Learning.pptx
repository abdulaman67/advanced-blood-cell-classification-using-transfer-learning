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8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HematoVision: Advanced Blood Cell Classification Using Transfer Learning</a:t>
            </a:r>
            <a:endParaRPr lang="en-US" sz="30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HematoVision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HematoVision is an innovative system designed for accurate blood cell classification using advanced machine learning techniques.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leverages transfer learning to enhance classification performance with limited labeled data.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system aims to assist hematologists in diagnosing blood disorders more efficiently and accurately.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Blood Cell Classification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Precise blood cell classification is crucial for diagnosing diseases such as leukemia, anemia, and infections.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Traditional manual methods are time-consuming and subject to human error.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Automated approaches like HematoVision offer rapid analysis and improved consistency.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Blood Cell Classification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Variability in blood cell morphology poses significant challenges for automated classification systems.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Limited labeled datasets hinder the training of deep learning models.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Differentiating between similar cell types requires high-resolution imaging and sophisticated algorithms.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involves utilizing pre-trained models to improve learning efficiency on new tasks.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reduces the need for large labeled datasets by leveraging existing knowledge.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Commonly used models include convolutional neural networks (CNNs) like ResNet, VGG, and DenseNet.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HematoVision 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system employs a pre-trained CNN model fine-tuned on blood cell images for precise classification.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augmentation techniques are applied to enhance model robustness and generalization.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pipeline includes image preprocessing, feature extraction, and classification stages.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Dataset and Data Preparation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HematoVision uses publicly available blood smear image datasets with labeled cell types.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Images are preprocessed through normalization, resizing, and augmentation to improve model performance.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dataset is split into training, validation, and testing subsets to evaluate accuracy objectively.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Training and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models are fine-tuned using the labeled blood cell images to adapt to the specific classification task.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Hyperparameters such as learning rate, batch size, and epochs are optimized for best results.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Techniques like early stopping and dropout are employed to prevent overfitting.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Results and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HematoVision achieves high accuracy, precision, and recall in classifying different blood cell types.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system outperforms traditional machine learning approaches and baseline deep learning models.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Results demonstrate the potential for real-world clinical deployment to assist hematologists.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Clinical Implications and Future Directions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HematoVision can significantly reduce diagnosis time and improve consistency in blood analysis.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work includes expanding the dataset, integrating multi-modal data, and deploying in clinical settings.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 model updates and validation are essential for maintaining high performance and reliability.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HematoVision exemplifies how transfer learning can revolutionize blood cell classification.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approach combines advanced deep learning with practical clinical needs for better healthcare outcomes.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research and development will further enhance its accuracy, usability, and impact in hematology.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On-screen Show (16:9)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HematoVision: Advanced Blood Cell Classification Using Transfer Learning</dc:title>
  <dc:subject>HematoVision: Advanced Blood Cell Classification Using Transfer Learning</dc:subject>
  <dc:creator>SlideMake.com</dc:creator>
  <cp:lastModifiedBy>Bhavani</cp:lastModifiedBy>
  <cp:revision>2</cp:revision>
  <dcterms:created xsi:type="dcterms:W3CDTF">2026-02-28T08:30:41Z</dcterms:created>
  <dcterms:modified xsi:type="dcterms:W3CDTF">2026-02-28T08:31:28Z</dcterms:modified>
</cp:coreProperties>
</file>